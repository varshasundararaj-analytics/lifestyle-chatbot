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6" d="100"/>
          <a:sy n="56" d="100"/>
        </p:scale>
        <p:origin x="28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53140"/>
            <a:ext cx="4649740" cy="40485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476999"/>
            <a:ext cx="4572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380999"/>
                </a:lnTo>
                <a:close/>
              </a:path>
            </a:pathLst>
          </a:custGeom>
          <a:solidFill>
            <a:srgbClr val="34495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8140" y="6453630"/>
            <a:ext cx="4595859" cy="40436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572000" y="6477489"/>
            <a:ext cx="4572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380999"/>
                </a:lnTo>
                <a:close/>
              </a:path>
            </a:pathLst>
          </a:custGeom>
          <a:solidFill>
            <a:srgbClr val="3449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3525" y="140049"/>
            <a:ext cx="643128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r>
              <a:rPr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Computer</a:t>
            </a:r>
            <a:r>
              <a:rPr spc="-30" dirty="0"/>
              <a:t> </a:t>
            </a:r>
            <a:r>
              <a:rPr dirty="0"/>
              <a:t>Science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Business</a:t>
            </a:r>
            <a:r>
              <a:rPr spc="-3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r>
              <a:rPr dirty="0"/>
              <a:t>Rajalakshmi</a:t>
            </a:r>
            <a:r>
              <a:rPr spc="-55" dirty="0"/>
              <a:t> </a:t>
            </a:r>
            <a:r>
              <a:rPr dirty="0"/>
              <a:t>Engineering</a:t>
            </a:r>
            <a:r>
              <a:rPr spc="-55" dirty="0"/>
              <a:t> </a:t>
            </a:r>
            <a:r>
              <a:rPr spc="-10" dirty="0"/>
              <a:t>College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r>
              <a:rPr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Computer</a:t>
            </a:r>
            <a:r>
              <a:rPr spc="-30" dirty="0"/>
              <a:t> </a:t>
            </a:r>
            <a:r>
              <a:rPr dirty="0"/>
              <a:t>Science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Business</a:t>
            </a:r>
            <a:r>
              <a:rPr spc="-3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r>
              <a:rPr dirty="0"/>
              <a:t>Rajalakshmi</a:t>
            </a:r>
            <a:r>
              <a:rPr spc="-55" dirty="0"/>
              <a:t> </a:t>
            </a:r>
            <a:r>
              <a:rPr dirty="0"/>
              <a:t>Engineering</a:t>
            </a:r>
            <a:r>
              <a:rPr spc="-55" dirty="0"/>
              <a:t> </a:t>
            </a:r>
            <a:r>
              <a:rPr spc="-10" dirty="0"/>
              <a:t>College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r>
              <a:rPr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Computer</a:t>
            </a:r>
            <a:r>
              <a:rPr spc="-30" dirty="0"/>
              <a:t> </a:t>
            </a:r>
            <a:r>
              <a:rPr dirty="0"/>
              <a:t>Science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Business</a:t>
            </a:r>
            <a:r>
              <a:rPr spc="-3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r>
              <a:rPr dirty="0"/>
              <a:t>Rajalakshmi</a:t>
            </a:r>
            <a:r>
              <a:rPr spc="-55" dirty="0"/>
              <a:t> </a:t>
            </a:r>
            <a:r>
              <a:rPr dirty="0"/>
              <a:t>Engineering</a:t>
            </a:r>
            <a:r>
              <a:rPr spc="-55" dirty="0"/>
              <a:t> </a:t>
            </a:r>
            <a:r>
              <a:rPr spc="-10" dirty="0"/>
              <a:t>College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r>
              <a:rPr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Computer</a:t>
            </a:r>
            <a:r>
              <a:rPr spc="-30" dirty="0"/>
              <a:t> </a:t>
            </a:r>
            <a:r>
              <a:rPr dirty="0"/>
              <a:t>Science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Business</a:t>
            </a:r>
            <a:r>
              <a:rPr spc="-3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r>
              <a:rPr dirty="0"/>
              <a:t>Rajalakshmi</a:t>
            </a:r>
            <a:r>
              <a:rPr spc="-55" dirty="0"/>
              <a:t> </a:t>
            </a:r>
            <a:r>
              <a:rPr dirty="0"/>
              <a:t>Engineering</a:t>
            </a:r>
            <a:r>
              <a:rPr spc="-55" dirty="0"/>
              <a:t> </a:t>
            </a:r>
            <a:r>
              <a:rPr spc="-10" dirty="0"/>
              <a:t>College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r>
              <a:rPr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Computer</a:t>
            </a:r>
            <a:r>
              <a:rPr spc="-30" dirty="0"/>
              <a:t> </a:t>
            </a:r>
            <a:r>
              <a:rPr dirty="0"/>
              <a:t>Science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Business</a:t>
            </a:r>
            <a:r>
              <a:rPr spc="-3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r>
              <a:rPr dirty="0"/>
              <a:t>Rajalakshmi</a:t>
            </a:r>
            <a:r>
              <a:rPr spc="-55" dirty="0"/>
              <a:t> </a:t>
            </a:r>
            <a:r>
              <a:rPr dirty="0"/>
              <a:t>Engineering</a:t>
            </a:r>
            <a:r>
              <a:rPr spc="-55" dirty="0"/>
              <a:t> </a:t>
            </a:r>
            <a:r>
              <a:rPr spc="-10" dirty="0"/>
              <a:t>College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53140"/>
            <a:ext cx="4649740" cy="40485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476999"/>
            <a:ext cx="4572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380999"/>
                </a:lnTo>
                <a:close/>
              </a:path>
            </a:pathLst>
          </a:custGeom>
          <a:solidFill>
            <a:srgbClr val="34495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48140" y="6453630"/>
            <a:ext cx="4595859" cy="40436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572000" y="6477489"/>
            <a:ext cx="4572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380999"/>
                </a:lnTo>
                <a:close/>
              </a:path>
            </a:pathLst>
          </a:custGeom>
          <a:solidFill>
            <a:srgbClr val="3449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90500" y="914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2999" y="0"/>
                </a:lnTo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3525" y="140049"/>
            <a:ext cx="819023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3525" y="1361439"/>
            <a:ext cx="8616950" cy="4542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0772" y="6575552"/>
            <a:ext cx="406844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r>
              <a:rPr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Computer</a:t>
            </a:r>
            <a:r>
              <a:rPr spc="-30" dirty="0"/>
              <a:t> </a:t>
            </a:r>
            <a:r>
              <a:rPr dirty="0"/>
              <a:t>Science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Business</a:t>
            </a:r>
            <a:r>
              <a:rPr spc="-3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142136" y="6576042"/>
            <a:ext cx="26828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r>
              <a:rPr dirty="0"/>
              <a:t>Rajalakshmi</a:t>
            </a:r>
            <a:r>
              <a:rPr spc="-55" dirty="0"/>
              <a:t> </a:t>
            </a:r>
            <a:r>
              <a:rPr dirty="0"/>
              <a:t>Engineering</a:t>
            </a:r>
            <a:r>
              <a:rPr spc="-55" dirty="0"/>
              <a:t> </a:t>
            </a:r>
            <a:r>
              <a:rPr spc="-10" dirty="0"/>
              <a:t>College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42536" y="6576042"/>
            <a:ext cx="2311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vestopedia.com/alternative-investments-442778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28.jpg"/><Relationship Id="rId7" Type="http://schemas.openxmlformats.org/officeDocument/2006/relationships/image" Target="../media/image32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28600"/>
            <a:ext cx="9156700" cy="6934200"/>
            <a:chOff x="-12700" y="0"/>
            <a:chExt cx="9156700" cy="4679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75254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003203" y="1761199"/>
              <a:ext cx="4140835" cy="2622550"/>
            </a:xfrm>
            <a:custGeom>
              <a:avLst/>
              <a:gdLst/>
              <a:ahLst/>
              <a:cxnLst/>
              <a:rect l="l" t="t" r="r" b="b"/>
              <a:pathLst>
                <a:path w="4140834" h="2622550">
                  <a:moveTo>
                    <a:pt x="4140796" y="2622445"/>
                  </a:moveTo>
                  <a:lnTo>
                    <a:pt x="0" y="2622445"/>
                  </a:lnTo>
                  <a:lnTo>
                    <a:pt x="1311223" y="1311221"/>
                  </a:lnTo>
                  <a:lnTo>
                    <a:pt x="0" y="0"/>
                  </a:lnTo>
                  <a:lnTo>
                    <a:pt x="4140796" y="0"/>
                  </a:lnTo>
                  <a:lnTo>
                    <a:pt x="4140796" y="2622445"/>
                  </a:lnTo>
                  <a:close/>
                </a:path>
              </a:pathLst>
            </a:custGeom>
            <a:solidFill>
              <a:srgbClr val="00AA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465871"/>
              <a:ext cx="5845577" cy="32131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529370"/>
              <a:ext cx="5744210" cy="3086100"/>
            </a:xfrm>
            <a:custGeom>
              <a:avLst/>
              <a:gdLst/>
              <a:ahLst/>
              <a:cxnLst/>
              <a:rect l="l" t="t" r="r" b="b"/>
              <a:pathLst>
                <a:path w="5744210" h="3086100">
                  <a:moveTo>
                    <a:pt x="4200926" y="3086099"/>
                  </a:moveTo>
                  <a:lnTo>
                    <a:pt x="0" y="3086099"/>
                  </a:lnTo>
                  <a:lnTo>
                    <a:pt x="0" y="0"/>
                  </a:lnTo>
                  <a:lnTo>
                    <a:pt x="4200926" y="0"/>
                  </a:lnTo>
                  <a:lnTo>
                    <a:pt x="5743976" y="1543049"/>
                  </a:lnTo>
                  <a:lnTo>
                    <a:pt x="4200926" y="3086099"/>
                  </a:lnTo>
                  <a:close/>
                </a:path>
              </a:pathLst>
            </a:custGeom>
            <a:solidFill>
              <a:srgbClr val="5959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29370"/>
              <a:ext cx="5744210" cy="3086100"/>
            </a:xfrm>
            <a:custGeom>
              <a:avLst/>
              <a:gdLst/>
              <a:ahLst/>
              <a:cxnLst/>
              <a:rect l="l" t="t" r="r" b="b"/>
              <a:pathLst>
                <a:path w="5744210" h="3086100">
                  <a:moveTo>
                    <a:pt x="0" y="0"/>
                  </a:moveTo>
                  <a:lnTo>
                    <a:pt x="4200926" y="0"/>
                  </a:lnTo>
                  <a:lnTo>
                    <a:pt x="5743976" y="1543049"/>
                  </a:lnTo>
                  <a:lnTo>
                    <a:pt x="4200926" y="3086099"/>
                  </a:lnTo>
                  <a:lnTo>
                    <a:pt x="0" y="30860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5959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35764"/>
              <a:ext cx="4089125" cy="11775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986563"/>
              <a:ext cx="4000500" cy="1076325"/>
            </a:xfrm>
            <a:custGeom>
              <a:avLst/>
              <a:gdLst/>
              <a:ahLst/>
              <a:cxnLst/>
              <a:rect l="l" t="t" r="r" b="b"/>
              <a:pathLst>
                <a:path w="4000500" h="1076325">
                  <a:moveTo>
                    <a:pt x="3462260" y="1075927"/>
                  </a:moveTo>
                  <a:lnTo>
                    <a:pt x="0" y="1075927"/>
                  </a:lnTo>
                  <a:lnTo>
                    <a:pt x="0" y="0"/>
                  </a:lnTo>
                  <a:lnTo>
                    <a:pt x="3462260" y="0"/>
                  </a:lnTo>
                  <a:lnTo>
                    <a:pt x="4000224" y="537963"/>
                  </a:lnTo>
                  <a:lnTo>
                    <a:pt x="3462260" y="1075927"/>
                  </a:lnTo>
                  <a:close/>
                </a:path>
              </a:pathLst>
            </a:custGeom>
            <a:solidFill>
              <a:srgbClr val="00AA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58352" y="1890346"/>
            <a:ext cx="27412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2520" marR="5080" indent="-1100455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Innovative</a:t>
            </a:r>
            <a:r>
              <a:rPr sz="20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20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Lab</a:t>
            </a:r>
            <a:r>
              <a:rPr sz="20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CSBS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0600" y="3654071"/>
            <a:ext cx="278765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b="1" spc="-10" dirty="0">
                <a:solidFill>
                  <a:srgbClr val="FFFFFF"/>
                </a:solidFill>
                <a:latin typeface="Calibri"/>
                <a:cs typeface="Calibri"/>
              </a:rPr>
              <a:t>LIFESTYLE CHATBOT</a:t>
            </a:r>
            <a:endParaRPr sz="5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0" dirty="0"/>
              <a:t> </a:t>
            </a:r>
            <a:r>
              <a:rPr dirty="0"/>
              <a:t>Chatbot</a:t>
            </a:r>
            <a:r>
              <a:rPr spc="-1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computer</a:t>
            </a:r>
            <a:r>
              <a:rPr spc="-10" dirty="0"/>
              <a:t> </a:t>
            </a:r>
            <a:r>
              <a:rPr dirty="0"/>
              <a:t>operating</a:t>
            </a:r>
            <a:r>
              <a:rPr spc="-15" dirty="0"/>
              <a:t> </a:t>
            </a:r>
            <a:r>
              <a:rPr dirty="0"/>
              <a:t>system</a:t>
            </a:r>
            <a:r>
              <a:rPr spc="-15" dirty="0"/>
              <a:t> </a:t>
            </a:r>
            <a:r>
              <a:rPr dirty="0"/>
              <a:t>which</a:t>
            </a:r>
            <a:r>
              <a:rPr spc="-10" dirty="0"/>
              <a:t> </a:t>
            </a:r>
            <a:r>
              <a:rPr dirty="0"/>
              <a:t>spark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person’s</a:t>
            </a:r>
            <a:r>
              <a:rPr spc="-15" dirty="0"/>
              <a:t> </a:t>
            </a:r>
            <a:r>
              <a:rPr spc="-10" dirty="0"/>
              <a:t>discussion </a:t>
            </a:r>
            <a:r>
              <a:rPr dirty="0"/>
              <a:t>between</a:t>
            </a:r>
            <a:r>
              <a:rPr spc="-10" dirty="0"/>
              <a:t> </a:t>
            </a:r>
            <a:r>
              <a:rPr dirty="0"/>
              <a:t>voice</a:t>
            </a:r>
            <a:r>
              <a:rPr spc="-15" dirty="0"/>
              <a:t> </a:t>
            </a:r>
            <a:r>
              <a:rPr dirty="0"/>
              <a:t>message</a:t>
            </a:r>
            <a:r>
              <a:rPr spc="-15" dirty="0"/>
              <a:t> </a:t>
            </a:r>
            <a:r>
              <a:rPr dirty="0"/>
              <a:t>or</a:t>
            </a:r>
            <a:r>
              <a:rPr spc="-10" dirty="0"/>
              <a:t> </a:t>
            </a:r>
            <a:r>
              <a:rPr dirty="0"/>
              <a:t>live</a:t>
            </a:r>
            <a:r>
              <a:rPr spc="-15" dirty="0"/>
              <a:t> </a:t>
            </a:r>
            <a:r>
              <a:rPr dirty="0"/>
              <a:t>chats.</a:t>
            </a:r>
            <a:r>
              <a:rPr spc="-10" dirty="0"/>
              <a:t> </a:t>
            </a:r>
            <a:r>
              <a:rPr dirty="0"/>
              <a:t>Chatbot,</a:t>
            </a:r>
            <a:r>
              <a:rPr spc="-10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made</a:t>
            </a:r>
            <a:r>
              <a:rPr spc="-15" dirty="0"/>
              <a:t> </a:t>
            </a:r>
            <a:r>
              <a:rPr dirty="0"/>
              <a:t>up</a:t>
            </a:r>
            <a:r>
              <a:rPr spc="-10" dirty="0"/>
              <a:t> </a:t>
            </a:r>
            <a:r>
              <a:rPr dirty="0"/>
              <a:t>of  </a:t>
            </a:r>
            <a:r>
              <a:rPr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artificial</a:t>
            </a:r>
            <a:r>
              <a:rPr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 </a:t>
            </a:r>
            <a:r>
              <a:rPr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intelligence</a:t>
            </a:r>
            <a:r>
              <a:rPr spc="-10" dirty="0">
                <a:solidFill>
                  <a:srgbClr val="0000FF"/>
                </a:solidFill>
              </a:rPr>
              <a:t> </a:t>
            </a:r>
            <a:r>
              <a:rPr dirty="0"/>
              <a:t>that</a:t>
            </a:r>
            <a:r>
              <a:rPr spc="-20" dirty="0"/>
              <a:t> </a:t>
            </a:r>
            <a:r>
              <a:rPr dirty="0"/>
              <a:t>can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dirty="0"/>
              <a:t>inserted</a:t>
            </a:r>
            <a:r>
              <a:rPr spc="-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can be</a:t>
            </a:r>
            <a:r>
              <a:rPr spc="-10" dirty="0"/>
              <a:t> </a:t>
            </a:r>
            <a:r>
              <a:rPr dirty="0"/>
              <a:t>used for</a:t>
            </a:r>
            <a:r>
              <a:rPr spc="-5" dirty="0"/>
              <a:t> </a:t>
            </a:r>
            <a:r>
              <a:rPr dirty="0"/>
              <a:t>many</a:t>
            </a:r>
            <a:r>
              <a:rPr spc="-5" dirty="0"/>
              <a:t> </a:t>
            </a:r>
            <a:r>
              <a:rPr dirty="0"/>
              <a:t>major applications.</a:t>
            </a:r>
            <a:r>
              <a:rPr spc="-15" dirty="0"/>
              <a:t> </a:t>
            </a:r>
            <a:r>
              <a:rPr dirty="0">
                <a:solidFill>
                  <a:srgbClr val="1A1818"/>
                </a:solidFill>
              </a:rPr>
              <a:t>This</a:t>
            </a:r>
            <a:r>
              <a:rPr spc="-5" dirty="0">
                <a:solidFill>
                  <a:srgbClr val="1A1818"/>
                </a:solidFill>
              </a:rPr>
              <a:t> </a:t>
            </a:r>
            <a:r>
              <a:rPr spc="-10" dirty="0"/>
              <a:t>interacts </a:t>
            </a:r>
            <a:r>
              <a:rPr dirty="0"/>
              <a:t>between</a:t>
            </a:r>
            <a:r>
              <a:rPr spc="-15" dirty="0"/>
              <a:t>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user,</a:t>
            </a:r>
            <a:r>
              <a:rPr spc="-10" dirty="0"/>
              <a:t> </a:t>
            </a:r>
            <a:r>
              <a:rPr dirty="0"/>
              <a:t>which</a:t>
            </a:r>
            <a:r>
              <a:rPr spc="-15" dirty="0"/>
              <a:t> </a:t>
            </a:r>
            <a:r>
              <a:rPr dirty="0"/>
              <a:t>increases</a:t>
            </a:r>
            <a:r>
              <a:rPr spc="-15" dirty="0"/>
              <a:t> </a:t>
            </a:r>
            <a:r>
              <a:rPr dirty="0"/>
              <a:t>customer</a:t>
            </a:r>
            <a:r>
              <a:rPr spc="-10" dirty="0"/>
              <a:t> </a:t>
            </a:r>
            <a:r>
              <a:rPr dirty="0"/>
              <a:t>experience.</a:t>
            </a:r>
            <a:r>
              <a:rPr spc="-10" dirty="0"/>
              <a:t> </a:t>
            </a:r>
            <a:r>
              <a:rPr dirty="0"/>
              <a:t>This</a:t>
            </a:r>
            <a:r>
              <a:rPr spc="-15" dirty="0"/>
              <a:t> </a:t>
            </a:r>
            <a:r>
              <a:rPr dirty="0"/>
              <a:t>chatbot</a:t>
            </a:r>
            <a:r>
              <a:rPr spc="-15" dirty="0"/>
              <a:t> </a:t>
            </a:r>
            <a:r>
              <a:rPr spc="-10" dirty="0"/>
              <a:t>makes </a:t>
            </a:r>
            <a:r>
              <a:rPr dirty="0"/>
              <a:t>you</a:t>
            </a:r>
            <a:r>
              <a:rPr spc="-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dirty="0"/>
              <a:t>feel</a:t>
            </a:r>
            <a:r>
              <a:rPr spc="-10" dirty="0"/>
              <a:t> </a:t>
            </a:r>
            <a:r>
              <a:rPr dirty="0"/>
              <a:t>good</a:t>
            </a:r>
            <a:r>
              <a:rPr spc="-5" dirty="0"/>
              <a:t> </a:t>
            </a:r>
            <a:r>
              <a:rPr dirty="0"/>
              <a:t>about</a:t>
            </a:r>
            <a:r>
              <a:rPr spc="-5" dirty="0"/>
              <a:t> </a:t>
            </a:r>
            <a:r>
              <a:rPr dirty="0"/>
              <a:t>your</a:t>
            </a:r>
            <a:r>
              <a:rPr spc="-5" dirty="0"/>
              <a:t> </a:t>
            </a:r>
            <a:r>
              <a:rPr dirty="0"/>
              <a:t>day</a:t>
            </a:r>
            <a:r>
              <a:rPr spc="-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it</a:t>
            </a:r>
            <a:r>
              <a:rPr spc="-5" dirty="0"/>
              <a:t> </a:t>
            </a:r>
            <a:r>
              <a:rPr dirty="0"/>
              <a:t>will</a:t>
            </a:r>
            <a:r>
              <a:rPr spc="-10" dirty="0"/>
              <a:t> </a:t>
            </a:r>
            <a:r>
              <a:rPr dirty="0"/>
              <a:t>boost</a:t>
            </a:r>
            <a:r>
              <a:rPr spc="-10" dirty="0"/>
              <a:t> </a:t>
            </a:r>
            <a:r>
              <a:rPr dirty="0"/>
              <a:t>up</a:t>
            </a:r>
            <a:r>
              <a:rPr spc="-5" dirty="0"/>
              <a:t> </a:t>
            </a:r>
            <a:r>
              <a:rPr dirty="0"/>
              <a:t>your mind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any</a:t>
            </a:r>
            <a:r>
              <a:rPr spc="-5" dirty="0"/>
              <a:t> </a:t>
            </a:r>
            <a:r>
              <a:rPr dirty="0"/>
              <a:t>situation </a:t>
            </a:r>
            <a:r>
              <a:rPr spc="-20" dirty="0"/>
              <a:t>like </a:t>
            </a:r>
            <a:r>
              <a:rPr dirty="0"/>
              <a:t>happy,</a:t>
            </a:r>
            <a:r>
              <a:rPr spc="-10" dirty="0"/>
              <a:t> </a:t>
            </a:r>
            <a:r>
              <a:rPr dirty="0"/>
              <a:t>sad,</a:t>
            </a:r>
            <a:r>
              <a:rPr spc="-10" dirty="0"/>
              <a:t> </a:t>
            </a:r>
            <a:r>
              <a:rPr dirty="0"/>
              <a:t>tired</a:t>
            </a:r>
            <a:r>
              <a:rPr spc="-5" dirty="0"/>
              <a:t> </a:t>
            </a:r>
            <a:r>
              <a:rPr dirty="0"/>
              <a:t>or</a:t>
            </a:r>
            <a:r>
              <a:rPr spc="-10" dirty="0"/>
              <a:t> </a:t>
            </a:r>
            <a:r>
              <a:rPr dirty="0"/>
              <a:t>lazy.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even</a:t>
            </a:r>
            <a:r>
              <a:rPr spc="-5" dirty="0"/>
              <a:t> </a:t>
            </a:r>
            <a:r>
              <a:rPr dirty="0"/>
              <a:t>tells</a:t>
            </a:r>
            <a:r>
              <a:rPr spc="-15" dirty="0"/>
              <a:t> </a:t>
            </a:r>
            <a:r>
              <a:rPr dirty="0"/>
              <a:t>about</a:t>
            </a:r>
            <a:r>
              <a:rPr spc="-15" dirty="0"/>
              <a:t> </a:t>
            </a:r>
            <a:r>
              <a:rPr dirty="0"/>
              <a:t>importance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food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have</a:t>
            </a:r>
            <a:r>
              <a:rPr spc="-1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20" dirty="0"/>
              <a:t>time </a:t>
            </a:r>
            <a:r>
              <a:rPr dirty="0"/>
              <a:t>without</a:t>
            </a:r>
            <a:r>
              <a:rPr spc="-15" dirty="0"/>
              <a:t> </a:t>
            </a:r>
            <a:r>
              <a:rPr dirty="0"/>
              <a:t>skipping.</a:t>
            </a:r>
            <a:r>
              <a:rPr spc="-10" dirty="0"/>
              <a:t> </a:t>
            </a:r>
            <a:r>
              <a:rPr dirty="0"/>
              <a:t>This</a:t>
            </a:r>
            <a:r>
              <a:rPr spc="-10" dirty="0"/>
              <a:t> </a:t>
            </a:r>
            <a:r>
              <a:rPr dirty="0"/>
              <a:t>bot</a:t>
            </a:r>
            <a:r>
              <a:rPr spc="-15" dirty="0"/>
              <a:t> </a:t>
            </a:r>
            <a:r>
              <a:rPr dirty="0"/>
              <a:t>has</a:t>
            </a:r>
            <a:r>
              <a:rPr spc="-10" dirty="0"/>
              <a:t> </a:t>
            </a:r>
            <a:r>
              <a:rPr dirty="0"/>
              <a:t>Facebook</a:t>
            </a:r>
            <a:r>
              <a:rPr spc="-10" dirty="0"/>
              <a:t> </a:t>
            </a:r>
            <a:r>
              <a:rPr dirty="0"/>
              <a:t>integration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done</a:t>
            </a:r>
            <a:r>
              <a:rPr spc="-15" dirty="0"/>
              <a:t> </a:t>
            </a:r>
            <a:r>
              <a:rPr dirty="0"/>
              <a:t>through</a:t>
            </a:r>
            <a:r>
              <a:rPr spc="-5" dirty="0"/>
              <a:t> </a:t>
            </a:r>
            <a:r>
              <a:rPr spc="-10" dirty="0"/>
              <a:t>software </a:t>
            </a:r>
            <a:r>
              <a:rPr dirty="0"/>
              <a:t>called</a:t>
            </a:r>
            <a:r>
              <a:rPr spc="-10" dirty="0"/>
              <a:t> </a:t>
            </a:r>
            <a:r>
              <a:rPr dirty="0"/>
              <a:t>chat</a:t>
            </a:r>
            <a:r>
              <a:rPr spc="-10" dirty="0"/>
              <a:t> </a:t>
            </a:r>
            <a:r>
              <a:rPr dirty="0"/>
              <a:t>fuel.</a:t>
            </a:r>
            <a:r>
              <a:rPr spc="-5" dirty="0"/>
              <a:t> </a:t>
            </a:r>
            <a:r>
              <a:rPr dirty="0"/>
              <a:t>This</a:t>
            </a:r>
            <a:r>
              <a:rPr spc="-10" dirty="0"/>
              <a:t> </a:t>
            </a:r>
            <a:r>
              <a:rPr dirty="0"/>
              <a:t>makes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user</a:t>
            </a:r>
            <a:r>
              <a:rPr spc="-5" dirty="0"/>
              <a:t> </a:t>
            </a:r>
            <a:r>
              <a:rPr dirty="0"/>
              <a:t>think</a:t>
            </a:r>
            <a:r>
              <a:rPr spc="-10" dirty="0"/>
              <a:t> </a:t>
            </a:r>
            <a:r>
              <a:rPr dirty="0"/>
              <a:t>that</a:t>
            </a:r>
            <a:r>
              <a:rPr spc="-10" dirty="0"/>
              <a:t> </a:t>
            </a:r>
            <a:r>
              <a:rPr dirty="0"/>
              <a:t>they</a:t>
            </a:r>
            <a:r>
              <a:rPr spc="-5" dirty="0"/>
              <a:t> </a:t>
            </a:r>
            <a:r>
              <a:rPr dirty="0"/>
              <a:t>are</a:t>
            </a:r>
            <a:r>
              <a:rPr spc="-10" dirty="0"/>
              <a:t> </a:t>
            </a:r>
            <a:r>
              <a:rPr dirty="0"/>
              <a:t>chatting</a:t>
            </a:r>
            <a:r>
              <a:rPr spc="-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human</a:t>
            </a:r>
            <a:r>
              <a:rPr spc="-5" dirty="0"/>
              <a:t> </a:t>
            </a:r>
            <a:r>
              <a:rPr spc="-10" dirty="0"/>
              <a:t>being </a:t>
            </a:r>
            <a:r>
              <a:rPr dirty="0"/>
              <a:t>(like</a:t>
            </a:r>
            <a:r>
              <a:rPr spc="-25" dirty="0"/>
              <a:t> </a:t>
            </a:r>
            <a:r>
              <a:rPr dirty="0"/>
              <a:t>we</a:t>
            </a:r>
            <a:r>
              <a:rPr spc="-20" dirty="0"/>
              <a:t> </a:t>
            </a:r>
            <a:r>
              <a:rPr dirty="0"/>
              <a:t>share</a:t>
            </a:r>
            <a:r>
              <a:rPr spc="-25" dirty="0"/>
              <a:t> </a:t>
            </a:r>
            <a:r>
              <a:rPr dirty="0"/>
              <a:t>our</a:t>
            </a:r>
            <a:r>
              <a:rPr spc="-15" dirty="0"/>
              <a:t> </a:t>
            </a:r>
            <a:r>
              <a:rPr dirty="0"/>
              <a:t>feelings</a:t>
            </a:r>
            <a:r>
              <a:rPr spc="-2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friends)</a:t>
            </a:r>
            <a:r>
              <a:rPr spc="-15" dirty="0"/>
              <a:t> </a:t>
            </a:r>
            <a:r>
              <a:rPr dirty="0"/>
              <a:t>but</a:t>
            </a:r>
            <a:r>
              <a:rPr spc="-25" dirty="0"/>
              <a:t> </a:t>
            </a:r>
            <a:r>
              <a:rPr dirty="0"/>
              <a:t>where</a:t>
            </a:r>
            <a:r>
              <a:rPr spc="-20" dirty="0"/>
              <a:t> </a:t>
            </a:r>
            <a:r>
              <a:rPr dirty="0"/>
              <a:t>we</a:t>
            </a:r>
            <a:r>
              <a:rPr spc="-20" dirty="0"/>
              <a:t> </a:t>
            </a:r>
            <a:r>
              <a:rPr dirty="0"/>
              <a:t>are</a:t>
            </a:r>
            <a:r>
              <a:rPr spc="-25" dirty="0"/>
              <a:t> </a:t>
            </a:r>
            <a:r>
              <a:rPr dirty="0"/>
              <a:t>chatting</a:t>
            </a:r>
            <a:r>
              <a:rPr spc="-1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computer.</a:t>
            </a:r>
          </a:p>
          <a:p>
            <a:pPr marL="12700" marR="401955">
              <a:lnSpc>
                <a:spcPct val="113999"/>
              </a:lnSpc>
            </a:pPr>
            <a:r>
              <a:rPr dirty="0"/>
              <a:t>And</a:t>
            </a:r>
            <a:r>
              <a:rPr spc="-20" dirty="0"/>
              <a:t> </a:t>
            </a:r>
            <a:r>
              <a:rPr dirty="0"/>
              <a:t>it</a:t>
            </a:r>
            <a:r>
              <a:rPr spc="-20" dirty="0"/>
              <a:t> </a:t>
            </a:r>
            <a:r>
              <a:rPr dirty="0"/>
              <a:t>helps</a:t>
            </a:r>
            <a:r>
              <a:rPr spc="-20" dirty="0"/>
              <a:t> </a:t>
            </a:r>
            <a:r>
              <a:rPr dirty="0"/>
              <a:t>every</a:t>
            </a:r>
            <a:r>
              <a:rPr spc="-15" dirty="0"/>
              <a:t> </a:t>
            </a:r>
            <a:r>
              <a:rPr dirty="0"/>
              <a:t>individual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overcome</a:t>
            </a:r>
            <a:r>
              <a:rPr spc="-20" dirty="0"/>
              <a:t> </a:t>
            </a:r>
            <a:r>
              <a:rPr dirty="0"/>
              <a:t>their</a:t>
            </a:r>
            <a:r>
              <a:rPr spc="-15" dirty="0"/>
              <a:t> </a:t>
            </a:r>
            <a:r>
              <a:rPr dirty="0"/>
              <a:t>stress,</a:t>
            </a:r>
            <a:r>
              <a:rPr spc="-15" dirty="0"/>
              <a:t> </a:t>
            </a:r>
            <a:r>
              <a:rPr dirty="0"/>
              <a:t>workload,</a:t>
            </a:r>
            <a:r>
              <a:rPr spc="-15" dirty="0"/>
              <a:t> </a:t>
            </a:r>
            <a:r>
              <a:rPr dirty="0"/>
              <a:t>etc.…it’s</a:t>
            </a:r>
            <a:r>
              <a:rPr spc="-20" dirty="0"/>
              <a:t> like </a:t>
            </a:r>
            <a:r>
              <a:rPr dirty="0"/>
              <a:t>relaxation</a:t>
            </a:r>
            <a:r>
              <a:rPr spc="-20" dirty="0"/>
              <a:t> </a:t>
            </a:r>
            <a:r>
              <a:rPr dirty="0"/>
              <a:t>chat.</a:t>
            </a:r>
            <a:r>
              <a:rPr spc="-20" dirty="0"/>
              <a:t> </a:t>
            </a:r>
            <a:r>
              <a:rPr dirty="0"/>
              <a:t>Nowadays</a:t>
            </a:r>
            <a:r>
              <a:rPr spc="-20" dirty="0"/>
              <a:t> </a:t>
            </a:r>
            <a:r>
              <a:rPr dirty="0"/>
              <a:t>people</a:t>
            </a:r>
            <a:r>
              <a:rPr spc="-25" dirty="0"/>
              <a:t> </a:t>
            </a:r>
            <a:r>
              <a:rPr dirty="0"/>
              <a:t>started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take</a:t>
            </a:r>
            <a:r>
              <a:rPr spc="-25" dirty="0"/>
              <a:t> </a:t>
            </a:r>
            <a:r>
              <a:rPr dirty="0"/>
              <a:t>medicines</a:t>
            </a:r>
            <a:r>
              <a:rPr spc="-20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their</a:t>
            </a:r>
            <a:r>
              <a:rPr spc="-20" dirty="0"/>
              <a:t> </a:t>
            </a:r>
            <a:r>
              <a:rPr dirty="0"/>
              <a:t>stress,</a:t>
            </a:r>
            <a:r>
              <a:rPr spc="-15" dirty="0"/>
              <a:t> </a:t>
            </a:r>
            <a:r>
              <a:rPr spc="-25" dirty="0"/>
              <a:t>for </a:t>
            </a:r>
            <a:r>
              <a:rPr dirty="0"/>
              <a:t>peace</a:t>
            </a:r>
            <a:r>
              <a:rPr spc="-3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mind.</a:t>
            </a:r>
            <a:r>
              <a:rPr spc="-10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will</a:t>
            </a:r>
            <a:r>
              <a:rPr spc="-15" dirty="0"/>
              <a:t> </a:t>
            </a:r>
            <a:r>
              <a:rPr dirty="0"/>
              <a:t>chatbot</a:t>
            </a:r>
            <a:r>
              <a:rPr spc="-15" dirty="0"/>
              <a:t> </a:t>
            </a:r>
            <a:r>
              <a:rPr dirty="0"/>
              <a:t>will</a:t>
            </a:r>
            <a:r>
              <a:rPr spc="-15" dirty="0"/>
              <a:t> </a:t>
            </a:r>
            <a:r>
              <a:rPr dirty="0"/>
              <a:t>avoid</a:t>
            </a:r>
            <a:r>
              <a:rPr spc="-15" dirty="0"/>
              <a:t> </a:t>
            </a:r>
            <a:r>
              <a:rPr dirty="0"/>
              <a:t>these</a:t>
            </a:r>
            <a:r>
              <a:rPr spc="-15" dirty="0"/>
              <a:t> </a:t>
            </a:r>
            <a:r>
              <a:rPr dirty="0"/>
              <a:t>problems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get</a:t>
            </a:r>
            <a:r>
              <a:rPr spc="-15" dirty="0"/>
              <a:t> </a:t>
            </a:r>
            <a:r>
              <a:rPr dirty="0"/>
              <a:t>you,</a:t>
            </a:r>
            <a:r>
              <a:rPr spc="-1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spc="-20" dirty="0"/>
              <a:t>know </a:t>
            </a:r>
            <a:r>
              <a:rPr dirty="0"/>
              <a:t>you </a:t>
            </a:r>
            <a:r>
              <a:rPr spc="-10" dirty="0"/>
              <a:t>better.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Need</a:t>
            </a:r>
            <a:r>
              <a:rPr spc="-80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Proposed</a:t>
            </a:r>
            <a:r>
              <a:rPr spc="-80" dirty="0"/>
              <a:t> </a:t>
            </a:r>
            <a:r>
              <a:rPr spc="-10" dirty="0"/>
              <a:t>System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96899" y="1177004"/>
            <a:ext cx="8552815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 indent="-309245">
              <a:lnSpc>
                <a:spcPct val="100000"/>
              </a:lnSpc>
              <a:spcBef>
                <a:spcPts val="100"/>
              </a:spcBef>
              <a:buFont typeface="Lucida Sans Unicode"/>
              <a:buChar char="▪"/>
              <a:tabLst>
                <a:tab pos="321945" algn="l"/>
              </a:tabLst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prepared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chatbot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helps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about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emotions</a:t>
            </a:r>
            <a:endParaRPr sz="1800">
              <a:latin typeface="Times New Roman"/>
              <a:cs typeface="Times New Roman"/>
            </a:endParaRPr>
          </a:p>
          <a:p>
            <a:pPr marL="321945" marR="5080">
              <a:lnSpc>
                <a:spcPct val="200000"/>
              </a:lnSpc>
            </a:pP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happy,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sad,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tried,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lazy,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etc.,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should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answer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quires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you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had </a:t>
            </a:r>
            <a:r>
              <a:rPr sz="1800" dirty="0">
                <a:latin typeface="Times New Roman"/>
                <a:cs typeface="Times New Roman"/>
              </a:rPr>
              <a:t>your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breakfast,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lunch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dinner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chatbot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tell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them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importance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</a:t>
            </a:r>
            <a:r>
              <a:rPr sz="1800" spc="5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breakfast,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lunch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dinner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importance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skipped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it.</a:t>
            </a:r>
            <a:endParaRPr sz="1800">
              <a:latin typeface="Times New Roman"/>
              <a:cs typeface="Times New Roman"/>
            </a:endParaRPr>
          </a:p>
          <a:p>
            <a:pPr marL="321945" marR="347345" indent="-309880">
              <a:lnSpc>
                <a:spcPct val="200000"/>
              </a:lnSpc>
              <a:spcBef>
                <a:spcPts val="360"/>
              </a:spcBef>
              <a:buFont typeface="Lucida Sans Unicode"/>
              <a:buChar char="▪"/>
              <a:tabLst>
                <a:tab pos="321945" algn="l"/>
              </a:tabLst>
            </a:pP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asked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select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you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feeling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today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happy,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sad,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tired</a:t>
            </a:r>
            <a:r>
              <a:rPr sz="1800" spc="-25" dirty="0">
                <a:latin typeface="Times New Roman"/>
                <a:cs typeface="Times New Roman"/>
              </a:rPr>
              <a:t> or </a:t>
            </a:r>
            <a:r>
              <a:rPr sz="1800" spc="-10" dirty="0">
                <a:latin typeface="Times New Roman"/>
                <a:cs typeface="Times New Roman"/>
              </a:rPr>
              <a:t>lazy.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Lucida Sans Unicode"/>
              <a:buChar char="▪"/>
            </a:pPr>
            <a:endParaRPr sz="1800">
              <a:latin typeface="Times New Roman"/>
              <a:cs typeface="Times New Roman"/>
            </a:endParaRPr>
          </a:p>
          <a:p>
            <a:pPr marL="321945" indent="-309245">
              <a:lnSpc>
                <a:spcPct val="100000"/>
              </a:lnSpc>
              <a:buFont typeface="Lucida Sans Unicode"/>
              <a:buChar char="▪"/>
              <a:tabLst>
                <a:tab pos="321945" algn="l"/>
              </a:tabLst>
            </a:pPr>
            <a:r>
              <a:rPr sz="1800" dirty="0">
                <a:latin typeface="Times New Roman"/>
                <a:cs typeface="Times New Roman"/>
              </a:rPr>
              <a:t>Users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select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button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means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different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ways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pop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boost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your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mind.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</a:t>
            </a:r>
            <a:r>
              <a:rPr spc="-10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dirty="0"/>
              <a:t>Proposed</a:t>
            </a:r>
            <a:r>
              <a:rPr spc="-95" dirty="0"/>
              <a:t> </a:t>
            </a:r>
            <a:r>
              <a:rPr spc="-10" dirty="0"/>
              <a:t>System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50602" y="1358912"/>
            <a:ext cx="7218045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100"/>
              </a:spcBef>
              <a:buFont typeface="Lucida Sans Unicode"/>
              <a:buChar char="▪"/>
              <a:tabLst>
                <a:tab pos="311150" algn="l"/>
              </a:tabLst>
            </a:pPr>
            <a:r>
              <a:rPr sz="2400" dirty="0">
                <a:latin typeface="Calibri"/>
                <a:cs typeface="Calibri"/>
              </a:rPr>
              <a:t>Know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mind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70"/>
              </a:spcBef>
              <a:buFont typeface="Lucida Sans Unicode"/>
              <a:buChar char="▪"/>
            </a:pPr>
            <a:endParaRPr sz="2400">
              <a:latin typeface="Calibri"/>
              <a:cs typeface="Calibri"/>
            </a:endParaRPr>
          </a:p>
          <a:p>
            <a:pPr marL="311150" indent="-298450">
              <a:lnSpc>
                <a:spcPct val="100000"/>
              </a:lnSpc>
              <a:buFont typeface="Lucida Sans Unicode"/>
              <a:buChar char="▪"/>
              <a:tabLst>
                <a:tab pos="311150" algn="l"/>
              </a:tabLst>
            </a:pPr>
            <a:r>
              <a:rPr sz="2400" dirty="0">
                <a:latin typeface="Calibri"/>
                <a:cs typeface="Calibri"/>
              </a:rPr>
              <a:t>.Get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better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70"/>
              </a:spcBef>
              <a:buFont typeface="Lucida Sans Unicode"/>
              <a:buChar char="▪"/>
            </a:pPr>
            <a:endParaRPr sz="2400">
              <a:latin typeface="Calibri"/>
              <a:cs typeface="Calibri"/>
            </a:endParaRPr>
          </a:p>
          <a:p>
            <a:pPr marL="311150" indent="-298450">
              <a:lnSpc>
                <a:spcPct val="100000"/>
              </a:lnSpc>
              <a:buFont typeface="Lucida Sans Unicode"/>
              <a:buChar char="▪"/>
              <a:tabLst>
                <a:tab pos="311150" algn="l"/>
              </a:tabLst>
            </a:pPr>
            <a:r>
              <a:rPr sz="2400" dirty="0">
                <a:latin typeface="Calibri"/>
                <a:cs typeface="Calibri"/>
              </a:rPr>
              <a:t>Know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interest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excited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70"/>
              </a:spcBef>
              <a:buFont typeface="Lucida Sans Unicode"/>
              <a:buChar char="▪"/>
            </a:pPr>
            <a:endParaRPr sz="2400">
              <a:latin typeface="Calibri"/>
              <a:cs typeface="Calibri"/>
            </a:endParaRPr>
          </a:p>
          <a:p>
            <a:pPr marL="311150" indent="-298450">
              <a:lnSpc>
                <a:spcPct val="100000"/>
              </a:lnSpc>
              <a:buFont typeface="Lucida Sans Unicode"/>
              <a:buChar char="▪"/>
              <a:tabLst>
                <a:tab pos="311150" algn="l"/>
              </a:tabLst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favorite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things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most…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spc="-114" dirty="0"/>
              <a:t> </a:t>
            </a:r>
            <a:r>
              <a:rPr spc="-10" dirty="0"/>
              <a:t>Objective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63525" y="1249697"/>
            <a:ext cx="8538210" cy="439547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objectives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following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would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based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outcomes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project.</a:t>
            </a:r>
            <a:endParaRPr sz="1650">
              <a:latin typeface="Times New Roman"/>
              <a:cs typeface="Times New Roman"/>
            </a:endParaRPr>
          </a:p>
          <a:p>
            <a:pPr marL="355600" marR="210820" indent="-292100">
              <a:lnSpc>
                <a:spcPct val="181600"/>
              </a:lnSpc>
              <a:spcBef>
                <a:spcPts val="910"/>
              </a:spcBef>
              <a:buFont typeface="Lucida Sans Unicode"/>
              <a:buChar char="∙"/>
              <a:tabLst>
                <a:tab pos="355600" algn="l"/>
              </a:tabLst>
            </a:pP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give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temporary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relief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people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who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are more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stressed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from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workload,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family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problems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have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proper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sleep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cycle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boost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up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mind.</a:t>
            </a:r>
            <a:endParaRPr sz="1650">
              <a:latin typeface="Times New Roman"/>
              <a:cs typeface="Times New Roman"/>
            </a:endParaRPr>
          </a:p>
          <a:p>
            <a:pPr marL="355600" marR="181610" indent="-292100">
              <a:lnSpc>
                <a:spcPct val="181600"/>
              </a:lnSpc>
              <a:spcBef>
                <a:spcPts val="910"/>
              </a:spcBef>
              <a:buFont typeface="Lucida Sans Unicode"/>
              <a:buChar char="∙"/>
              <a:tabLst>
                <a:tab pos="355600" algn="l"/>
              </a:tabLst>
            </a:pP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prevent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people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from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taking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medicines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sleep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reducing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stress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which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creates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111111"/>
                </a:solidFill>
                <a:latin typeface="Times New Roman"/>
                <a:cs typeface="Times New Roman"/>
              </a:rPr>
              <a:t>many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side</a:t>
            </a:r>
            <a:r>
              <a:rPr sz="1650" spc="-1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effects</a:t>
            </a:r>
            <a:r>
              <a:rPr sz="1650" spc="-1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sz="1650" spc="-1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depression.</a:t>
            </a:r>
            <a:endParaRPr sz="1650">
              <a:latin typeface="Times New Roman"/>
              <a:cs typeface="Times New Roman"/>
            </a:endParaRPr>
          </a:p>
          <a:p>
            <a:pPr marL="355600" marR="5080" indent="-292100">
              <a:lnSpc>
                <a:spcPct val="181600"/>
              </a:lnSpc>
              <a:spcBef>
                <a:spcPts val="910"/>
              </a:spcBef>
              <a:buFont typeface="Lucida Sans Unicode"/>
              <a:buChar char="∙"/>
              <a:tabLst>
                <a:tab pos="355600" algn="l"/>
              </a:tabLst>
            </a:pP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provide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interaction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user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who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might be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sad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tired,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which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change their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state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mind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111111"/>
                </a:solidFill>
                <a:latin typeface="Times New Roman"/>
                <a:cs typeface="Times New Roman"/>
              </a:rPr>
              <a:t>and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happy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do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what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things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they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like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most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peaceful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mind.</a:t>
            </a:r>
            <a:endParaRPr sz="1650">
              <a:latin typeface="Times New Roman"/>
              <a:cs typeface="Times New Roman"/>
            </a:endParaRPr>
          </a:p>
          <a:p>
            <a:pPr marL="355600" marR="82550" indent="-292100">
              <a:lnSpc>
                <a:spcPct val="181600"/>
              </a:lnSpc>
              <a:spcBef>
                <a:spcPts val="910"/>
              </a:spcBef>
              <a:buFont typeface="Lucida Sans Unicode"/>
              <a:buChar char="∙"/>
              <a:tabLst>
                <a:tab pos="355600" algn="l"/>
              </a:tabLst>
            </a:pP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give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hope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people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everything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fine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everything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happens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reason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111111"/>
                </a:solidFill>
                <a:latin typeface="Times New Roman"/>
                <a:cs typeface="Times New Roman"/>
              </a:rPr>
              <a:t>we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should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sun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our life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not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11111"/>
                </a:solidFill>
                <a:latin typeface="Times New Roman"/>
                <a:cs typeface="Times New Roman"/>
              </a:rPr>
              <a:t>darkest</a:t>
            </a:r>
            <a:r>
              <a:rPr sz="1650" spc="-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111111"/>
                </a:solidFill>
                <a:latin typeface="Times New Roman"/>
                <a:cs typeface="Times New Roman"/>
              </a:rPr>
              <a:t>night.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53140"/>
            <a:ext cx="9144000" cy="405765"/>
            <a:chOff x="0" y="6453140"/>
            <a:chExt cx="9144000" cy="4057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53140"/>
              <a:ext cx="4649740" cy="4048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476999"/>
              <a:ext cx="4572000" cy="381000"/>
            </a:xfrm>
            <a:custGeom>
              <a:avLst/>
              <a:gdLst/>
              <a:ahLst/>
              <a:cxnLst/>
              <a:rect l="l" t="t" r="r" b="b"/>
              <a:pathLst>
                <a:path w="4572000" h="381000">
                  <a:moveTo>
                    <a:pt x="45719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380999"/>
                  </a:lnTo>
                  <a:close/>
                </a:path>
              </a:pathLst>
            </a:custGeom>
            <a:solidFill>
              <a:srgbClr val="3449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8140" y="6453630"/>
              <a:ext cx="4595859" cy="4043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00" y="6477489"/>
              <a:ext cx="4572000" cy="381000"/>
            </a:xfrm>
            <a:custGeom>
              <a:avLst/>
              <a:gdLst/>
              <a:ahLst/>
              <a:cxnLst/>
              <a:rect l="l" t="t" r="r" b="b"/>
              <a:pathLst>
                <a:path w="4572000" h="381000">
                  <a:moveTo>
                    <a:pt x="45719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380999"/>
                  </a:lnTo>
                  <a:close/>
                </a:path>
              </a:pathLst>
            </a:custGeom>
            <a:solidFill>
              <a:srgbClr val="3449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90500" y="914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2999" y="0"/>
                </a:lnTo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Architecture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5014" y="1664804"/>
            <a:ext cx="7053968" cy="3922533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Functional</a:t>
            </a:r>
            <a:r>
              <a:rPr spc="-240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63525" y="1264453"/>
            <a:ext cx="8576310" cy="447802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4965" indent="-305435">
              <a:lnSpc>
                <a:spcPct val="100000"/>
              </a:lnSpc>
              <a:spcBef>
                <a:spcPts val="835"/>
              </a:spcBef>
              <a:buFont typeface="Lucida Sans Unicode"/>
              <a:buChar char="▪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BOT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CREATION</a:t>
            </a:r>
            <a:endParaRPr sz="2000">
              <a:latin typeface="Calibri"/>
              <a:cs typeface="Calibri"/>
            </a:endParaRPr>
          </a:p>
          <a:p>
            <a:pPr marL="12700" marR="59055" indent="688340">
              <a:lnSpc>
                <a:spcPct val="113999"/>
              </a:lnSpc>
              <a:spcBef>
                <a:spcPts val="400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lifestyle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deals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integrations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pop-up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messenger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website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opened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displays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welcome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message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flows.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have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button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option.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Facebook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page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bot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created.</a:t>
            </a:r>
            <a:endParaRPr sz="2000">
              <a:latin typeface="Times New Roman"/>
              <a:cs typeface="Times New Roman"/>
            </a:endParaRPr>
          </a:p>
          <a:p>
            <a:pPr marL="355600" indent="-298450">
              <a:lnSpc>
                <a:spcPct val="100000"/>
              </a:lnSpc>
              <a:spcBef>
                <a:spcPts val="800"/>
              </a:spcBef>
              <a:buFont typeface="Lucida Sans Unicode"/>
              <a:buChar char="▪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CHATFUEL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MESSENGER</a:t>
            </a:r>
            <a:endParaRPr sz="2400">
              <a:latin typeface="Calibri"/>
              <a:cs typeface="Calibri"/>
            </a:endParaRPr>
          </a:p>
          <a:p>
            <a:pPr marL="469900" marR="5080" indent="516255">
              <a:lnSpc>
                <a:spcPct val="113999"/>
              </a:lnSpc>
              <a:spcBef>
                <a:spcPts val="484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messenger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appears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pop-up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welcome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message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website.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messenger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inbuilt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messages</a:t>
            </a:r>
            <a:r>
              <a:rPr sz="2000" spc="-20" dirty="0">
                <a:latin typeface="Times New Roman"/>
                <a:cs typeface="Times New Roman"/>
              </a:rPr>
              <a:t> like </a:t>
            </a:r>
            <a:r>
              <a:rPr sz="2000" dirty="0">
                <a:latin typeface="Times New Roman"/>
                <a:cs typeface="Times New Roman"/>
              </a:rPr>
              <a:t>button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options,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images,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video,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audio,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redirect,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etc.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add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buttons,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videos,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audios,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live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chat,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chips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welcome </a:t>
            </a:r>
            <a:r>
              <a:rPr sz="2000" dirty="0">
                <a:latin typeface="Times New Roman"/>
                <a:cs typeface="Times New Roman"/>
              </a:rPr>
              <a:t>message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page.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enhances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attracts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user.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10" dirty="0"/>
              <a:t>Testing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024" y="1003808"/>
            <a:ext cx="1807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100"/>
              </a:spcBef>
              <a:buFont typeface="Lucida Sans Unicode"/>
              <a:buChar char="▪"/>
              <a:tabLst>
                <a:tab pos="311150" algn="l"/>
              </a:tabLst>
            </a:pPr>
            <a:r>
              <a:rPr sz="2400" dirty="0">
                <a:latin typeface="Calibri"/>
                <a:cs typeface="Calibri"/>
              </a:rPr>
              <a:t>Initial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pages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4018" y="1245721"/>
            <a:ext cx="7568565" cy="5107940"/>
            <a:chOff x="424018" y="1245721"/>
            <a:chExt cx="7568565" cy="51079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018" y="1453734"/>
              <a:ext cx="2268251" cy="23565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7824" y="1449159"/>
              <a:ext cx="2069398" cy="23565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018" y="3861152"/>
              <a:ext cx="1783395" cy="24036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2703" y="3836579"/>
              <a:ext cx="1760181" cy="9605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79330" y="3888160"/>
              <a:ext cx="1859849" cy="241256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83086" y="1245721"/>
              <a:ext cx="2219543" cy="259085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6245" y="3948055"/>
              <a:ext cx="1996134" cy="2405098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024" y="1003808"/>
            <a:ext cx="3715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100"/>
              </a:spcBef>
              <a:buFont typeface="Lucida Sans Unicode"/>
              <a:buChar char="▪"/>
              <a:tabLst>
                <a:tab pos="311150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feeling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today?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3440" y="1636405"/>
            <a:ext cx="2587806" cy="44855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16016" y="1476841"/>
            <a:ext cx="2596759" cy="464509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10" dirty="0"/>
              <a:t>Testing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" y="914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2999" y="0"/>
                </a:lnTo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3525" y="1003808"/>
            <a:ext cx="5051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01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happy…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Quotes…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564" y="2168860"/>
            <a:ext cx="3037993" cy="226825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020192" y="1315729"/>
            <a:ext cx="4814570" cy="5088890"/>
            <a:chOff x="4020192" y="1315729"/>
            <a:chExt cx="4814570" cy="50888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0192" y="1315729"/>
              <a:ext cx="4814381" cy="27973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32084" y="3769851"/>
              <a:ext cx="2052716" cy="25975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53425" y="3839845"/>
              <a:ext cx="1843010" cy="2564152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" y="914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2999" y="0"/>
                </a:lnTo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3525" y="1003808"/>
            <a:ext cx="6249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8477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means…..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Quotes..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551" y="2492896"/>
            <a:ext cx="2520279" cy="276848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683217" y="1928797"/>
            <a:ext cx="5090160" cy="3263265"/>
            <a:chOff x="3683217" y="1928797"/>
            <a:chExt cx="5090160" cy="326326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3217" y="1952835"/>
              <a:ext cx="2765323" cy="32388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98223" y="1928797"/>
              <a:ext cx="2374993" cy="320435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161" y="890362"/>
            <a:ext cx="8913495" cy="4015104"/>
            <a:chOff x="40161" y="890362"/>
            <a:chExt cx="8913495" cy="4015104"/>
          </a:xfrm>
        </p:grpSpPr>
        <p:sp>
          <p:nvSpPr>
            <p:cNvPr id="3" name="object 3"/>
            <p:cNvSpPr/>
            <p:nvPr/>
          </p:nvSpPr>
          <p:spPr>
            <a:xfrm>
              <a:off x="190499" y="914400"/>
              <a:ext cx="8763000" cy="0"/>
            </a:xfrm>
            <a:custGeom>
              <a:avLst/>
              <a:gdLst/>
              <a:ahLst/>
              <a:cxnLst/>
              <a:rect l="l" t="t" r="r" b="b"/>
              <a:pathLst>
                <a:path w="8763000">
                  <a:moveTo>
                    <a:pt x="0" y="0"/>
                  </a:moveTo>
                  <a:lnTo>
                    <a:pt x="8762999" y="0"/>
                  </a:lnTo>
                </a:path>
              </a:pathLst>
            </a:custGeom>
            <a:ln w="952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4484" y="890362"/>
              <a:ext cx="2111671" cy="28465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6156" y="914400"/>
              <a:ext cx="2111672" cy="27984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161" y="3573016"/>
              <a:ext cx="4412855" cy="133214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63525" y="1003808"/>
            <a:ext cx="1546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Sad-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story….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44372" y="4981362"/>
            <a:ext cx="5676866" cy="131389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40859"/>
            <a:ext cx="9144000" cy="5318125"/>
            <a:chOff x="0" y="1540859"/>
            <a:chExt cx="9144000" cy="5318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1838" y="1540859"/>
              <a:ext cx="2185732" cy="2543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1472" y="3988119"/>
              <a:ext cx="2133691" cy="24126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49455" y="3985337"/>
              <a:ext cx="1671523" cy="24284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34672" y="3996580"/>
              <a:ext cx="1316212" cy="2122891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90500" y="909637"/>
            <a:ext cx="8763000" cy="2767330"/>
            <a:chOff x="190500" y="909637"/>
            <a:chExt cx="8763000" cy="2767330"/>
          </a:xfrm>
        </p:grpSpPr>
        <p:sp>
          <p:nvSpPr>
            <p:cNvPr id="8" name="object 8"/>
            <p:cNvSpPr/>
            <p:nvPr/>
          </p:nvSpPr>
          <p:spPr>
            <a:xfrm>
              <a:off x="190500" y="914400"/>
              <a:ext cx="8763000" cy="0"/>
            </a:xfrm>
            <a:custGeom>
              <a:avLst/>
              <a:gdLst/>
              <a:ahLst/>
              <a:cxnLst/>
              <a:rect l="l" t="t" r="r" b="b"/>
              <a:pathLst>
                <a:path w="8763000">
                  <a:moveTo>
                    <a:pt x="0" y="0"/>
                  </a:moveTo>
                  <a:lnTo>
                    <a:pt x="8762999" y="0"/>
                  </a:lnTo>
                </a:path>
              </a:pathLst>
            </a:custGeom>
            <a:ln w="952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66431" y="914400"/>
              <a:ext cx="2397466" cy="267688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6880" y="914399"/>
              <a:ext cx="1671523" cy="276256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63525" y="1003808"/>
            <a:ext cx="1750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Sad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songs….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3527" y="1556792"/>
            <a:ext cx="1878432" cy="2533661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" y="914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2999" y="0"/>
                </a:lnTo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3525" y="1003808"/>
            <a:ext cx="2885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tired..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9752" y="1813963"/>
            <a:ext cx="4869712" cy="352324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" y="914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2999" y="0"/>
                </a:lnTo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3525" y="1003808"/>
            <a:ext cx="2576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Tired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soup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664804"/>
            <a:ext cx="2458910" cy="23042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1901" y="1664804"/>
            <a:ext cx="1784168" cy="262163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86046" y="2391449"/>
            <a:ext cx="3380775" cy="336997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" y="914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2999" y="0"/>
                </a:lnTo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3525" y="1003808"/>
            <a:ext cx="1684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Tired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Game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547" y="1556792"/>
            <a:ext cx="4307346" cy="40972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4108" y="1481661"/>
            <a:ext cx="2806681" cy="397811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" y="914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2999" y="0"/>
                </a:lnTo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3525" y="1003808"/>
            <a:ext cx="3430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lazy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means….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567" y="1520788"/>
            <a:ext cx="4751003" cy="45300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4108" y="1481662"/>
            <a:ext cx="3094274" cy="438573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63525" y="1473050"/>
            <a:ext cx="8358505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3189" algn="just">
              <a:lnSpc>
                <a:spcPct val="14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dirty="0">
                <a:solidFill>
                  <a:srgbClr val="292929"/>
                </a:solidFill>
                <a:latin typeface="Times New Roman"/>
                <a:cs typeface="Times New Roman"/>
              </a:rPr>
              <a:t>hatbots</a:t>
            </a:r>
            <a:r>
              <a:rPr sz="2000" spc="-3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92929"/>
                </a:solidFill>
                <a:latin typeface="Times New Roman"/>
                <a:cs typeface="Times New Roman"/>
              </a:rPr>
              <a:t>or</a:t>
            </a:r>
            <a:r>
              <a:rPr sz="2000" spc="-2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92929"/>
                </a:solidFill>
                <a:latin typeface="Times New Roman"/>
                <a:cs typeface="Times New Roman"/>
              </a:rPr>
              <a:t>smart</a:t>
            </a:r>
            <a:r>
              <a:rPr sz="2000" spc="-3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92929"/>
                </a:solidFill>
                <a:latin typeface="Times New Roman"/>
                <a:cs typeface="Times New Roman"/>
              </a:rPr>
              <a:t>assistants</a:t>
            </a:r>
            <a:r>
              <a:rPr sz="2000" spc="-3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92929"/>
                </a:solidFill>
                <a:latin typeface="Times New Roman"/>
                <a:cs typeface="Times New Roman"/>
              </a:rPr>
              <a:t>with</a:t>
            </a:r>
            <a:r>
              <a:rPr sz="2000" spc="-25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92929"/>
                </a:solidFill>
                <a:latin typeface="Times New Roman"/>
                <a:cs typeface="Times New Roman"/>
              </a:rPr>
              <a:t>artificial</a:t>
            </a:r>
            <a:r>
              <a:rPr sz="2000" spc="-3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92929"/>
                </a:solidFill>
                <a:latin typeface="Times New Roman"/>
                <a:cs typeface="Times New Roman"/>
              </a:rPr>
              <a:t>intelligence</a:t>
            </a:r>
            <a:r>
              <a:rPr sz="2000" spc="-3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92929"/>
                </a:solidFill>
                <a:latin typeface="Times New Roman"/>
                <a:cs typeface="Times New Roman"/>
              </a:rPr>
              <a:t>are</a:t>
            </a:r>
            <a:r>
              <a:rPr sz="2000" spc="10" dirty="0">
                <a:solidFill>
                  <a:srgbClr val="29292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dramatically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changing </a:t>
            </a:r>
            <a:r>
              <a:rPr sz="2000" dirty="0">
                <a:latin typeface="Times New Roman"/>
                <a:cs typeface="Times New Roman"/>
              </a:rPr>
              <a:t>businesses.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Chatbots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audience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messaging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be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effective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humans.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capable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40000"/>
              </a:lnSpc>
            </a:pPr>
            <a:r>
              <a:rPr sz="2000" dirty="0">
                <a:latin typeface="Times New Roman"/>
                <a:cs typeface="Times New Roman"/>
              </a:rPr>
              <a:t>information-gathering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near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future.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Chatbots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new,</a:t>
            </a:r>
            <a:r>
              <a:rPr sz="2000" spc="-10" dirty="0">
                <a:latin typeface="Times New Roman"/>
                <a:cs typeface="Times New Roman"/>
              </a:rPr>
              <a:t> emerging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space.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better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boost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their </a:t>
            </a:r>
            <a:r>
              <a:rPr sz="2000" dirty="0">
                <a:latin typeface="Calibri"/>
                <a:cs typeface="Calibri"/>
              </a:rPr>
              <a:t>mind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whatever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situation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allows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every individual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choose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choice,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activities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emotions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increases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their </a:t>
            </a:r>
            <a:r>
              <a:rPr sz="2000" dirty="0">
                <a:latin typeface="Calibri"/>
                <a:cs typeface="Calibri"/>
              </a:rPr>
              <a:t>lifestyle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health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well-</a:t>
            </a:r>
            <a:r>
              <a:rPr sz="2000" spc="-10" dirty="0">
                <a:latin typeface="Calibri"/>
                <a:cs typeface="Calibri"/>
              </a:rPr>
              <a:t>being.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150" dirty="0"/>
              <a:t> </a:t>
            </a:r>
            <a:r>
              <a:rPr spc="-10" dirty="0"/>
              <a:t>Enhancement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63845" y="1608035"/>
            <a:ext cx="8455025" cy="261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" indent="-134620">
              <a:lnSpc>
                <a:spcPct val="100000"/>
              </a:lnSpc>
              <a:spcBef>
                <a:spcPts val="100"/>
              </a:spcBef>
              <a:buSzPct val="95000"/>
              <a:buFont typeface="Lucida Sans Unicode"/>
              <a:buChar char="▪"/>
              <a:tabLst>
                <a:tab pos="13843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future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scope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chatbot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Facebook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is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Font typeface="Lucida Sans Unicode"/>
              <a:buChar char="▪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messenger.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future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social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media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Instagram,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etc</a:t>
            </a:r>
            <a:endParaRPr sz="2000">
              <a:latin typeface="Times New Roman"/>
              <a:cs typeface="Times New Roman"/>
            </a:endParaRPr>
          </a:p>
          <a:p>
            <a:pPr marL="12700" marR="573405" indent="190500">
              <a:lnSpc>
                <a:spcPct val="250000"/>
              </a:lnSpc>
              <a:buSzPct val="95000"/>
              <a:buFont typeface="Lucida Sans Unicode"/>
              <a:buChar char="▪"/>
              <a:tabLst>
                <a:tab pos="203200" algn="l"/>
              </a:tabLst>
            </a:pP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whether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videos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audios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chatbot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motivational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speech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video.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</TotalTime>
  <Words>874</Words>
  <Application>Microsoft Office PowerPoint</Application>
  <PresentationFormat>On-screen Show (4:3)</PresentationFormat>
  <Paragraphs>77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Calibri</vt:lpstr>
      <vt:lpstr>Lucida Sans Unicode</vt:lpstr>
      <vt:lpstr>Times New Roman</vt:lpstr>
      <vt:lpstr>Office Theme</vt:lpstr>
      <vt:lpstr>Innovative Project Lab for CSBS</vt:lpstr>
      <vt:lpstr>Abstract</vt:lpstr>
      <vt:lpstr>Need for the Proposed System</vt:lpstr>
      <vt:lpstr>Advantages of the Proposed System</vt:lpstr>
      <vt:lpstr>Main Objective</vt:lpstr>
      <vt:lpstr>Architecture</vt:lpstr>
      <vt:lpstr>Functional Description</vt:lpstr>
      <vt:lpstr>Implementation and Testing</vt:lpstr>
      <vt:lpstr>Implementation and Testing</vt:lpstr>
      <vt:lpstr>Implementation and Testing</vt:lpstr>
      <vt:lpstr>Implementation and Testing</vt:lpstr>
      <vt:lpstr>Implementation and Testing</vt:lpstr>
      <vt:lpstr>Implementation and Testing</vt:lpstr>
      <vt:lpstr>Implementation and Testing</vt:lpstr>
      <vt:lpstr>Implementation and Testing</vt:lpstr>
      <vt:lpstr>Implementation and Testing</vt:lpstr>
      <vt:lpstr>Implementation and Testing</vt:lpstr>
      <vt:lpstr>Conclusions</vt:lpstr>
      <vt:lpstr>Future Enhancement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Varsha Sundararaj</cp:lastModifiedBy>
  <cp:revision>3</cp:revision>
  <dcterms:created xsi:type="dcterms:W3CDTF">2026-05-23T10:55:00Z</dcterms:created>
  <dcterms:modified xsi:type="dcterms:W3CDTF">2026-05-23T22:47:29Z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2026-05-23T00:00:00Z</vt:filetime>
  </property>
  <property fmtid="{D5CDD505-2E9C-101B-9397-08002B2CF9AE}" pid="4" name="Creator">
    <vt:lpwstr>Google</vt:lpwstr>
  </property>
  <property fmtid="{D5CDD505-2E9C-101B-9397-08002B2CF9AE}" pid="5" name="LastSaved">
    <vt:filetime>2026-05-23T00:00:00Z</vt:filetime>
  </property>
</Properties>
</file>